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SMT × MemUP: Stack и MQAR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Техническое обсуждение с Айдаром Булатовым · 26.10.2026 · Ирина Ромадова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5120640"/>
                <a:gridCol w="41148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задача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что показано (новые запуски, 3 seeds, независимый набор)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что пока открыто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Stack, T = 64, короткое окно T_f = 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SMT → DMT: итоговая RNN 95,5% (95,0 / 94,8 / 96,8);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полный BPTT той же RNN: 99,6% (99,3 / 99,9 / 99,5); BPTT-1: 31,2 / — / 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дальние цели: память teacher лучше на диагностике,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выигрыша итоговой RNN пока нет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MQAR, T = 16, N = 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teacher SMT выучивает связывание ключ → значение: 99,1%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(вывод 20.10 «8 токенов не хранят пары» снят)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итоговая RNN после DMT 57,6% — ниже teacher; полный BPTT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при длинном бюджете: 55,7 / 99,3 / — (seed 203 идёт)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MQAR, T = 32, N = 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teacher нестабилен: 74,9 / 24,8 / 95,9% по seeds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полный BPTT и длинные бюджеты — в очереди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Порядок: Stack, затем MQAR. Для каждой задачи — данные и пример → окна → схема обучения и инференса → loss → модели → результаты.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Новые запуски (RTX 3090, seeds 201–203) и старые архивные результаты (seed 107 или 7/17/27) показаны раздельно и подписаны.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Код к каждому слайду — SMT_MemUP_EXPLAINABLE.ipynb; источники чисел — deck/SOURCES_AUDIT_RU.md.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Stack: вход — ID операции, ответ — снятый со стека элемент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Генератор авторов SMT; T = 64, элементы 1..4, глубина ≤ 8, push / pop 50 /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4206239" cy="11521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9497"/>
                <a:gridCol w="1598371"/>
                <a:gridCol w="159837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ID x_t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операция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ответ y_t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pop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снятый элемент 1..4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1, 2, 3, 4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push этого элемента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697480"/>
            <a:ext cx="420624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x — готовые целые ID, текстового токенизатора нет. V = 5 классов.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y = −1 — «ответа нет», позиция маскируется в loss и метриках; это не шестой класс.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delay = позиция pop − позиция push. В Stack delay всегда нечётный; «дальний» ответ: delay ≥ 9.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teacher.embed и rnn.embed — две отдельные обучаемые таблицы [5, 64].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1371600"/>
          <a:ext cx="6675116" cy="26883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72153"/>
                <a:gridCol w="667511"/>
                <a:gridCol w="1239665"/>
                <a:gridCol w="1239665"/>
                <a:gridCol w="667511"/>
                <a:gridCol w="1525741"/>
                <a:gridCol w="76287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x_t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операция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стек после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y_t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push-источник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delay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push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[1]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push 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[1, 2]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pop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[1]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push 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[1, 3]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−1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pop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[1]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pop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[ 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0" y="4343400"/>
            <a:ext cx="6675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Пример из обсуждения: x = [1, 2, 0, 3, 0, 0], y = [−1, −1, 2, −1, 3, 1]. Ноутбук §2.1 строит эту таблицу и проверяет её assert.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Окна SMT на этом примере: якоря t = 2 и t =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Выход декодера j читает память m_t и входы x_{t+1..t+j}, предсказывает y_{t+j}. Здесь T_f = 2 — только для иллюстрации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t = 2: x_ctx = [−1, −1, −1, 1, 2, 0],  x_fut = [3, 0, 0, −1, −1, −1],  y_fut = [2, −1, 3, 1, −1, −1]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18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9066"/>
                <a:gridCol w="2983929"/>
                <a:gridCol w="1721497"/>
                <a:gridCol w="1951031"/>
                <a:gridCol w="413159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декодер читает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предсказывает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ближняя / дальняя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источник ответа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y_2 = 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ближняя (j &lt; 2)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push t=1 ≤ 2: только в m_2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m_2, x_3 = 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y_3 = −1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нет ответа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m_2, x_3..x_4 = [3, 0]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y_4 = 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дальняя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push t=3 &gt; 2: виден во входах декодера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m_2, x_3..x_5 = [3, 0, 0]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y_5 =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дальняя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push t=0 ≤ 2: только в m_2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0000"/>
                </a:solidFill>
                <a:latin typeface="Arial"/>
              </a:rPr>
              <a:t>t = 3: x_ctx = [−1, −1, 1, 2, 0, 3],  x_fut = [0, 0, −1, −1, −1, −1],  y_fut = [−1, 3, 1, −1, −1, −1]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4760"/>
          <a:ext cx="11247118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9066"/>
                <a:gridCol w="2983929"/>
                <a:gridCol w="1721497"/>
                <a:gridCol w="1951031"/>
                <a:gridCol w="413159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декодер читает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предсказывает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ближняя / дальняя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источник ответа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y_3 = −1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нет ответа (на push)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m_3, x_4 = 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y_4 = 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ближняя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push t=3 ≤ 3: только в m_3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m_3, x_4..x_5 = [0, 0]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y_5 =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дальняя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push t=0 ≤ 3: только в m_3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m_3, x_4..x_5, паддинг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y_6 — за концом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нет ответа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2356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Основной эксперимент: T = 64, T_f = 8. Якорь t = 10: x_ctx содержит 11 реальных входов x_0..x_10 и 53 паддинга −1; выход j не видит x_fut[j:] (assert в ноутбуке §3 и §5). Учебные выдержки: x_ctx, x_fut, y_fut — из настоящей функции windows().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Stack: что подаётся при обучении и что остаётся при инференсе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Размеры основной конфигурации: B = 32, T = 64, V = 5, K_mem = 8, d = 64, Z = K_mem·d = 512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4</a:t>
            </a:r>
          </a:p>
        </p:txBody>
      </p:sp>
      <p:pic>
        <p:nvPicPr>
          <p:cNvPr id="5" name="Picture 4" descr="D_schem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3571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Начальные регистры encoder_mem_register [8, 64] — параметры, одинаковые для всех входов; память m_t [8, 64] — выходы энкодера на их позициях, зависят от x_0..x_t. Ноутбук §5 (assert) и §8 (трасса SMT / DMT / инференс на примере).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Stack: функция потерь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Одна формула для всех вариантов SMT; варианты различаются только правилом выбора дальних целей и весами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L_SMT = c_dec · (L_near + α_far · L_far) + c_dyn · L_dyn + c_unif · L_unif          L_DMT = 10 · MSE + 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19" cy="2944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3566159"/>
                <a:gridCol w="2743200"/>
                <a:gridCol w="1188720"/>
                <a:gridCol w="27432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член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что сравнивается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маска / выбор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вес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градиент получают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L_near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decode(m_t, x_{t+1..t+j}) → y_{t+j}, CE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j &lt; T_f = 8, ответ есть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c_dec =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teacher: embed, encoder, регистры, decoder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L_far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те же логиты, CE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K_far = 2 из пула j ≥ T_f; far = none → 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α_far =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то же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L_dyn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f(m_{t−1}, x_t) → m_t энкодера, MSE по 512 числам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все B·T якорей, m_{−1} = 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c_dyn = 0,1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updater f и энкодер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L_unif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разброс токенов памяти m_t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512 случайных токенов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c_unif = 0,001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энкодер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DMT: MSE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f(m̂_{t−1}, x_t) → m_t замороженного энкодера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вход m̂_{t−1} detach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updater f, rnn.embed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DMT: CE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readout(sg[m̂_t]) → y_t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позиции pop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только readout RNN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749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Функции: smt_loss, dmt_loss, bptt_loss (ноутбук §7). Совпадают бит в бит с кодом GPU-запусков (необязательная проверка §11: 21 сравнение, расхождение 0). Полный BPTT: та же RNN, CE по всем позициям, градиент через все шаги; BPTT-1 — состояние переносится, градиент режется на каждом шаге.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Stack: модели и что в них меняется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Базовый вариант — первая строка; каждая следующая меняет одну вещь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18" cy="43891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87516"/>
                <a:gridCol w="2108835"/>
                <a:gridCol w="3163252"/>
                <a:gridCol w="1230153"/>
                <a:gridCol w="1757362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название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имя в коде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seeds и протокол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SMT: короткое окно, без дальних целей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stack_smt_tf8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база: T_f = 8, far = none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SMT 11k + DMT 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201–203, новые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SMT + дальние цели по ошибке без памяти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…_ctx_far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K_far = 2 цели, где детектор без памяти ошибается сильнее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11k + 5k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201–202 готовы, 203 в очереди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SMT + дальние цели по локальной неожиданности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…_surprise_far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K_far = 2 по оконному детектору (8 входов)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11k + 5k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201: перезапуск после OOM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SMT + случайные дальние цели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…_random_far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K_far = 2 случайно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11k + 5k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201 готов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SMT без L_dyn / цель L_dyn отцеплена / L_dyn полностью отцеплен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…_no_dyn / …_target_detached / …_fully_detached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c_dyn = 0 / sg[m_t] / sg[m_{t−1}] и sg[m_t]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11k + 5k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201: готов / готов / идёт;</a:t>
                      </a:r>
                    </a:p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старые: seed 107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RNN, полный BPTT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stack_bptt_full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та же RNN с нуля, без teacher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201–203 готовы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RNN, градиент на один переход (BPTT-1)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stack_bptt_1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градиент режется на каждом шаге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201 готов, 202 идёт, 203 в очереди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SMT: полное будущее окно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full_window / tf64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T_f = T = 64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3k + 1,5k / 11k + 5k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только старые: 7/17/27, 107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диагностика: дальние цели, чей источник уже в памяти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oracle_far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пул сужен по разметке генератора — у метода такой информации нет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3k + 1,5k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только старые: 7/17/27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9788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Общее: batch 32, AdamW, LR SMT 3e-4 / DMT 1e-4 / BPTT 3e-4, разогрев 200 шагов и константа; чекпойнт — минимум validation CE на дальних ответах.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Stack, новые запуски: кривые и итоговая 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RTX 3090, seeds 201–203; validation для кривых, независимый набор (поток 901) для чисел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S1_stack_new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24464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983480"/>
          <a:ext cx="11247120" cy="658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1828800"/>
                <a:gridCol w="2377440"/>
                <a:gridCol w="1828800"/>
                <a:gridCol w="1920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итоговая RNN, delay ≥ 9, % (seeds 201 / 202 / 203)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SMT → DMT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+ дальние по ошибке без памяти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полный BPTT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BPTT-1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независимый набор, выбранный чекпойнт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95,0 / 94,8 / 96,8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92,4 / 95,1 / 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99,3 / 99,9 / 99,5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31,2 / — / 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«—» = запуск не завершён (не ноль). Первые попытки BPTT упали по нехватке памяти GPU и перезапущены. Seed 201: + случайные дальние 92,3; без L_dyn 65,5; цель L_dyn отцеплена 98,5 (приложение 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Stack, старый протокол: окно, горизонт T_f, компоненты SMT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Архив: validation, один seed 107 (б, в) или 3 seeds при малом бюджете (а); числа панелей между собой не сравниваются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S7_stack_ablations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3500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Наблюдение: teacher почти 100% во всех вариантах, а итоговая RNN зависит от T_f и от L_dyn: без L_dyn 66,0% против 94,5%; T_f = 1 — 37,9%. Новые запуски seed 201 (независимый набор): без L_dyn 65,5% — повторяет старое; цель L_dyn отцеплена 98,5% против базы 95,0% — один seed.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Stack: дальние цели — три разные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Старый протокол v2: T_f = 8, K_far = 2, SMT 3k / DMT 1,5k (недообучено), seeds 7 / 17 / 27,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S4_stack_far_three_metrics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3630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5780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Probe памяти teacher растёт с дальними целями (34% → 47–62%), итоговая RNN — нет (52–57%). При длинном обучении (v4, seed 107, приложение) probe 99% против 47%, а RNN 98,6 против 98,1%. Новые запуски: «по ошибке без памяти» 92,4 / 95,1 / —, случайные (seed 201) 92,3 против базы 95,0 / 94,8 / 96,8.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MQAR: пары «ключ → значение», затем запросы ключей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Генератор Zoology (multiquery_ar), без шума; V = 128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4846318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19"/>
                <a:gridCol w="1737359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часть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позиции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ключ пары i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1..63 (V/2 − 1)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2i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значение пары i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64..127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2i + 1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запрос пары i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тот же ID ключа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≥ 2N, чётные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заполнитель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"/>
                        </a:rPr>
                        <a:t>остальные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29000"/>
            <a:ext cx="48463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Одна пара = 2 ID (ключ, значение); ключи и значения в примере без повторов.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Метка — значение пары — стоит на позиции запроса; на остальных позициях y = −1.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Каждый ключ запрашивается ровно один раз; промежутки — степенное распределение.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Accuracy по всему словарю (128 классов) ≠ accuracy среди N записанных значений (диагностика, угадывание 1/N).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25880"/>
            <a:ext cx="6035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Пример T = 16, N = 2 (поток 901, последовательность 0; ноутбук §2.2)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0" y="1691640"/>
          <a:ext cx="6035036" cy="1316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3500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  <a:gridCol w="348846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x_t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роль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K0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V0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K1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V1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Q0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y_t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0" y="3154680"/>
            <a:ext cx="603504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K0 = 54 → V0 = 76 (позиции 0, 1); K1 = 8 → V1 = 96 (позиции 2, 3).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t = 4: запрос ключа 8 → ответ 96, значение записано на t = 3, delay = 1.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t = 8: запрос ключа 54 → ответ 76, значение записано на t = 1, delay = 7.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«Длинные» ответы — delay ≥ T/4: 4 при T = 16, 8 при T = 32.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9788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Это та же задача, что в статье Zoology, но короче: T = 16, N = 2 и T = 32, N = 4 — новые запуски; T = 64, N = 8 (pilot01) — только старые.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MQAR: что подаётся при обучении и что остаётся при инференсе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SMT как в Stack, но T_f = T (весь пример в окне) и far = none; инференс итоговой модели — только f и readout RNN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11</a:t>
            </a:r>
          </a:p>
        </p:txBody>
      </p:sp>
      <p:pic>
        <p:nvPicPr>
          <p:cNvPr id="5" name="Picture 4" descr="D_scheme_mq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328612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4572000"/>
          <a:ext cx="10515599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17520"/>
                <a:gridCol w="7498079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режим оценки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что видит модель в момент ответа на запрос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teacher, j = 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энкодер видел все пары и сам ключ запроса; ответ — выход j = 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teacher, память до запросов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память m_{2N−1} после пар; декодер читает x_{2N..t}, последний из них — ключ запроса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диагностика: все выходы энкодера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декодер читает T + 8 векторов энкодера вместо 8 токенов памяти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итоговая RNN / causal Transformer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только своё состояние m̂_t / весь префикс через attention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MQAR: функция потерь и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Формула та же, что для Stack; отличия — T_f = T, far = none, ответы только на позициях запросов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L_SMT = L_near + 0,1 · L_dyn + 0,001 · L_unif   (T_f = T, L_far = 0)          L_DMT = 10 · MSE + 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74519"/>
          <a:ext cx="11247118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77885"/>
                <a:gridCol w="4106091"/>
                <a:gridCol w="1785257"/>
                <a:gridCol w="1428205"/>
                <a:gridCol w="1249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loss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seeds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 → DMT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L_SMT, затем L_DMT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6k + 2k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3e-4 / 1e-4, константа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201–203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 8 токенов, только L_dec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L_near; c_dyn = c_unif = 0, без RNN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6k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3e-4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201–203 (T = 16)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диагностика: все выходы энкодера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L_near; декодер читает все T + 8 выходов энкодера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6k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3e-4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201–203 (T = 16)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RNN, полный BPTT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CE на позициях запросов, градиент через все шаги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6k; повтор — до 60k,</a:t>
                      </a:r>
                    </a:p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стоп при 99%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1e-3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201–203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causal Transformer, 2 слоя, d = 64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CE на позициях запросов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≤ 3k, стоп при 99%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1e-3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201–203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Метрики: accuracy по всему словарю (128 классов) — основная; accuracy среди N записанных в этой последовательности значений — диагностика (угадывание 1/N). «Длинные» ответы: delay ≥ T/4. Чекпойнт — минимум validation 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MQAR T = 16, N = 2: teacher выучивает связывание скачком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Новые запуски, 3 seeds; плато на 50% = угадывание одного из двух записанных значений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13</a:t>
            </a:r>
          </a:p>
        </p:txBody>
      </p:sp>
      <p:pic>
        <p:nvPicPr>
          <p:cNvPr id="5" name="Picture 4" descr="M1_mqar_T16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7492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Teacher SMT и teacher «8 токенов, только L_dec» прыгают с 50% к ~100% между шагами 5 000 и 6 000 (seed 203 — на последней точке 6 000). Декодер со всеми выходами энкодера — около шага 1 500. Полный BPTT: seed 202 прыгает ступенями (~15k и ~32k шагов) до 99% к 51k; seed 201 за 60k — 56%; seed 203 идёт.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MQAR T = 16, N = 2: независимый набор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Accuracy по всему словарю и среди двух записанных значений; длинные ответы (delay ≥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14</a:t>
            </a:r>
          </a:p>
        </p:txBody>
      </p:sp>
      <p:pic>
        <p:nvPicPr>
          <p:cNvPr id="5" name="Picture 4" descr="M2_mqar_T16N2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908221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1280160"/>
            <a:ext cx="2651760" cy="4754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Teacher (память 8 токенов):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j = 0: 99,8 / 99,8 / 97,8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до запросов: 100,0 / 100,0 / 99,6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Итоговая RNN после DMT: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62,7 / 55,4 / 54,8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Полный BPTT, 6k / ≤ 60k шагов: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39,9 / 44,9 / 50,9 / 55,7 / 99,3 / —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Transformer: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98,8 / 98,6 / 98,6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Наблюдение: итоговая RNN после DMT ниже teacher. Причина не установлена: DMT всего 2 000 шагов; та же RNN с полным BPTT решает задачу, но не на каждом seed.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MQAR T = 32, N = 4 и старый пилот T = 64, N =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Новые запуски (слева) и архив seed 107 (справа) — разные протоколы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15</a:t>
            </a:r>
          </a:p>
        </p:txBody>
      </p:sp>
      <p:pic>
        <p:nvPicPr>
          <p:cNvPr id="5" name="Picture 4" descr="M3_mqar_T32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153150" cy="3108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389120"/>
          <a:ext cx="676656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23360"/>
                <a:gridCol w="274320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 = 32, N = 4; независимый набор, %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201 / 202 / 203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teacher j = 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74,9 / 24,8 / 95,9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итоговая RNN после DMT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58,2 / 27,4 / 24,7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causal Transformer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99,7 / 99,7 / 99,3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RNN, полный BPTT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в очереди (60k шагов)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280160"/>
          <a:ext cx="4114799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94113"/>
                <a:gridCol w="152068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pilot01: T = 64, N = 8 (старое)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teacher 8 токенов, только L_dec, 4k шагов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декодер читает все выходы энкодера, 4k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SMT 20k + DMT 10k, LR косинус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12,3% среди записанных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RNN, полный BPTT, 20k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1,7% (13,2% среди записанных)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causal Transformer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4206240"/>
            <a:ext cx="420624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44444"/>
                </a:solidFill>
                <a:latin typeface="Arial"/>
              </a:rPr>
              <a:t>Старое: seed 107, validation 128–1024 посл.; teacher — только логи. LR по косинусу: тот же режим, при котором короткий MQAR раньше давал 50,8%. Повторять на новом протоколе нужно до выводов о T = 64.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T = 32: teacher выучил задачу на одном seed из трёх (95,9%), частично — на другом (74,9%), на третьем остался на угадывании (24,8%) за 6 000 шагов.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Итоги: что установлено, что исправлено, что ещё считается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331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6217920"/>
                <a:gridCol w="4114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установлено (в пределах протокола)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не установлено / идёт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Stack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Короткое окно T_f = 8: итоговая RNN после SMT → DMT 95,5% на 3 seeds; полный BPTT 99,6%; BPTT-1 31,2% (1 seed).</a:t>
                      </a:r>
                    </a:p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 решает задачу почти всегда; качество RNN зависит от L_dyn и T_f (старые абляции, 1 seed).</a:t>
                      </a:r>
                    </a:p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Дальние цели улучшают память teacher (probe), но не итоговую RNN.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BPTT-1 (2 seeds), абляция «L_dyn полностью отцеплен»,</a:t>
                      </a:r>
                    </a:p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«локальная неожиданность» против случайных — считаются.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MQAR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 = 16, N = 2: teacher SMT выучивает связывание (99,1%), скачком около 5 000 шагов.</a:t>
                      </a:r>
                    </a:p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Итоговая RNN после DMT ниже teacher (57,6%). Полный BPTT с бюджетом до 60k: 55,7 / 99,3 / —. T = 32: teacher нестабилен по seeds.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Почему RNN после DMT ниже teacher; полный BPTT seed 203;</a:t>
                      </a:r>
                    </a:p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 = 32 и T = 64 на новом протоколе.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931920"/>
          <a:ext cx="1124712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846320"/>
                <a:gridCol w="6400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было в презентации 20.10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сейчас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«Короткий MQAR teacher не выучивает связывание; 8 токенов памяти не хранят пары»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Неверно: 99% на T = 16. Старый запуск 50,8% — косинусный LR до 3e-5, тот же бюджет 6 000 шагов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«Доступ ко всем выходам энкодера: 12,8% → 100%»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На T = 16 — разница в скорости (скачок ~1 500 против ~5 000 шагов), не в возможности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«RNN с полным BPTT на уровне угадывания»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6 000 шагов не хватило; до 60 000: 55,7 / 99,3 / —; учится, но не на каждом seed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Base / Context / Oracle / detached / full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Описательные названия; full уточняется: компоненты SMT, окно или BPTT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Приложение A. Названия моделей и режимов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Идентификаторы в коде оставлены для совместимости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7365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840480"/>
                <a:gridCol w="7406640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в коде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название в выводах</a:t>
                      </a:r>
                    </a:p>
                  </a:txBody>
                  <a:tcPr marL="45720" marR="45720" marT="22860" marB="22860" anchor="ctr">
                    <a:solidFill>
                      <a:srgbClr val="F0F0F0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base_window / stack_smt_tf8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SMT: короткое окно, без дальних целей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ctx_far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 + дальние цели по ошибке без памяти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surprise_far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 + дальние цели по локальной неожиданности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random_far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 + случайные дальние цели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uniform_far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 + все дальние цели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oracle_far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диагностика: дальние цели, чей источник уже в памяти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full_window / tf64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SMT: полное будущее окно (T_f = T)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bptt_full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RNN, полный BPTT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bptt_1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RNN, градиент на один переход (BPTT-1)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teacher, выход j = 0 на позиции ответа (энкодер видел pop / запрос)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teacher_pre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teacher, память m_{2N−1} после всех пар, до запросов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teacher_full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диагностика: декодер читает все выходы энкодера, не только 8 токенов памяти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no_dyn / target_detached (старое «detached») / fully_detached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SMT без L_dyn / цель L_dyn отцеплена / L_dyn полностью отцеплен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Приложение B. Stack, новые запуски по seeds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Независимый набор, выбранный чекпойнт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18</a:t>
            </a:r>
          </a:p>
        </p:txBody>
      </p:sp>
      <p:pic>
        <p:nvPicPr>
          <p:cNvPr id="5" name="Picture 4" descr="S2_stack_new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71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Приложение C. Дальние цели, длинное обучение (v4)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Seed 107, validation; SMT 20k / DMT 12k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19</a:t>
            </a:r>
          </a:p>
        </p:txBody>
      </p:sp>
      <p:pic>
        <p:nvPicPr>
          <p:cNvPr id="5" name="Picture 4" descr="S5_stack_far_v4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35922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5780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Arial"/>
              </a:rPr>
              <a:t>Probe памяти teacher: 99,2% с дальними целями против 47,1% без них; итоговая RNN 98,6% против 98,1% — в пределах шума одного seed.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00000"/>
                </a:solidFill>
                <a:latin typeface="Arial"/>
              </a:rPr>
              <a:t>Приложение D. MQAR T = 32, N = 4: независимый набор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Новые запуски, 3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44444"/>
                </a:solidFill>
                <a:latin typeface="Arial"/>
              </a:rPr>
              <a:t>20</a:t>
            </a:r>
          </a:p>
        </p:txBody>
      </p:sp>
      <p:pic>
        <p:nvPicPr>
          <p:cNvPr id="5" name="Picture 4" descr="M2_mqar_T32N4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9341708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